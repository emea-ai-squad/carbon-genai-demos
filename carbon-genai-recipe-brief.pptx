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Relationship Id="rId5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962" r:id="rId1"/>
  </p:sldMasterIdLst>
  <p:notesMasterIdLst>
    <p:notesMasterId r:id="rId3"/>
  </p:notesMasterIdLst>
  <p:handoutMasterIdLst>
    <p:handoutMasterId r:id="rId4"/>
  </p:handoutMasterIdLst>
  <p:sldIdLst>
    <p:sldId id="404" r:id="rId2"/>
  </p:sldIdLst>
  <p:sldSz cx="24387175" cy="13716000"/>
  <p:notesSz cx="6858000" cy="9144000"/>
  <p:embeddedFontLst>
    <p:embeddedFont>
      <p:font typeface="IBM Plex Sans" panose="020B0503050203000203" pitchFamily="34" charset="0"/>
      <p:regular r:id="rId5"/>
      <p:bold r:id="rId6"/>
      <p:italic r:id="rId7"/>
      <p:boldItalic r:id="rId8"/>
    </p:embeddedFont>
    <p:embeddedFont>
      <p:font typeface="IBM Plex Sans ExtLt" panose="020B0604020202020204" charset="0"/>
      <p:regular r:id="rId9"/>
      <p:italic r:id="rId10"/>
    </p:embeddedFont>
    <p:embeddedFont>
      <p:font typeface="IBM Plex Sans Light" panose="020B0403050203000203" pitchFamily="34" charset="0"/>
      <p:regular r:id="rId11"/>
      <p:italic r:id="rId12"/>
    </p:embeddedFont>
  </p:embeddedFontLst>
  <p:defaultTextStyle>
    <a:defPPr>
      <a:defRPr lang="en-US"/>
    </a:defPPr>
    <a:lvl1pPr marL="0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68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937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406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875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344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813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282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751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7240C83-B322-10D6-062F-819233246F17}" name="Diana Stanciulescu" initials="DS" userId="S::diana.stanciulescu@ro.ibm.com::8457c4d8-b183-4fb8-9506-2337bdfae6b8" providerId="AD"/>
  <p188:author id="{471F5894-9527-7E5F-AE6F-3881B44FA2B8}" name="Gabriel Barbu" initials="" userId="S::gabriel.barbu@ibm.com::3d0c1c4c-23d9-4258-9226-f99453c12930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achary Anderson" initials="ZA" lastIdx="26" clrIdx="0">
    <p:extLst>
      <p:ext uri="{19B8F6BF-5375-455C-9EA6-DF929625EA0E}">
        <p15:presenceInfo xmlns:p15="http://schemas.microsoft.com/office/powerpoint/2012/main" userId="S::zanderson@vsapartners.com::b6da4b55-2f36-4779-ba8b-606d779a32e3" providerId="AD"/>
      </p:ext>
    </p:extLst>
  </p:cmAuthor>
  <p:cmAuthor id="2" name="Liz Sadler" initials="LS" lastIdx="36" clrIdx="1">
    <p:extLst>
      <p:ext uri="{19B8F6BF-5375-455C-9EA6-DF929625EA0E}">
        <p15:presenceInfo xmlns:p15="http://schemas.microsoft.com/office/powerpoint/2012/main" userId="Liz Sadl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586"/>
    <p:restoredTop sz="96327"/>
  </p:normalViewPr>
  <p:slideViewPr>
    <p:cSldViewPr snapToGrid="0" snapToObjects="1">
      <p:cViewPr varScale="1">
        <p:scale>
          <a:sx n="36" d="100"/>
          <a:sy n="36" d="100"/>
        </p:scale>
        <p:origin x="696" y="44"/>
      </p:cViewPr>
      <p:guideLst/>
    </p:cSldViewPr>
  </p:slideViewPr>
  <p:outlineViewPr>
    <p:cViewPr>
      <p:scale>
        <a:sx n="33" d="100"/>
        <a:sy n="33" d="100"/>
      </p:scale>
      <p:origin x="-56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commentAuthors" Target="commentAuthors.xml"/><Relationship Id="rId18" Type="http://schemas.microsoft.com/office/2018/10/relationships/authors" Target="author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viewProps" Target="viewProps.xml"/><Relationship Id="rId10" Type="http://schemas.openxmlformats.org/officeDocument/2006/relationships/font" Target="fonts/font6.fntdata"/><Relationship Id="rId4" Type="http://schemas.openxmlformats.org/officeDocument/2006/relationships/handoutMaster" Target="handoutMasters/handoutMaster1.xml"/><Relationship Id="rId9" Type="http://schemas.openxmlformats.org/officeDocument/2006/relationships/font" Target="fonts/font5.fntdata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pPr algn="l"/>
            <a:fld id="{614B4878-71CB-8F40-B9DD-F26F1F6CA014}" type="slidenum">
              <a:rPr lang="en-US" sz="600" smtClean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charset="0"/>
                <a:cs typeface="IBM Plex Sans Light" charset="0"/>
              </a:rPr>
              <a:pPr algn="l"/>
              <a:t>‹#›</a:t>
            </a:fld>
            <a:endParaRPr lang="en-US" sz="600" dirty="0">
              <a:solidFill>
                <a:schemeClr val="bg1"/>
              </a:solidFill>
              <a:latin typeface="IBM Plex Sans Light" panose="020B0503050203000203" pitchFamily="34" charset="0"/>
              <a:ea typeface="IBM Plex Sans Light" charset="0"/>
              <a:cs typeface="IBM Plex Sans Light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en-US" sz="600" dirty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charset="0"/>
                <a:cs typeface="IBM Plex Sans Light" charset="0"/>
              </a:rPr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480278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6710" y="228600"/>
            <a:ext cx="6419088" cy="3612324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6ABF5568-9620-E34F-9423-054ABD0598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06710" y="4087090"/>
            <a:ext cx="6419088" cy="4320309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0021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600" b="0" i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panose="020B0503050203000203" pitchFamily="34" charset="0"/>
                <a:cs typeface="IBM Plex Sans Light" panose="020B0503050203000203" pitchFamily="34" charset="0"/>
              </a:defRPr>
            </a:lvl1pPr>
          </a:lstStyle>
          <a:p>
            <a:fld id="{6E2E38B8-B0B4-AD41-AC6E-B781F46A9F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1945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panose="020B0503050203000203" pitchFamily="34" charset="0"/>
                <a:cs typeface="IBM Plex Sans Light" panose="020B0503050203000203" pitchFamily="34" charset="0"/>
              </a:defRPr>
            </a:lvl1pPr>
          </a:lstStyle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79159858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2438522" rtl="0" eaLnBrk="1" latinLnBrk="0" hangingPunct="1">
      <a:lnSpc>
        <a:spcPct val="110000"/>
      </a:lnSpc>
      <a:spcBef>
        <a:spcPts val="0"/>
      </a:spcBef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1pPr>
    <a:lvl2pPr marL="465690" indent="-452991" algn="l" defTabSz="2438522" rtl="0" eaLnBrk="1" latinLnBrk="0" hangingPunct="1">
      <a:lnSpc>
        <a:spcPct val="110000"/>
      </a:lnSpc>
      <a:spcBef>
        <a:spcPts val="0"/>
      </a:spcBef>
      <a:buFont typeface="IBM Plex Sans"/>
      <a:buChar char="–"/>
      <a:tabLst/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2pPr>
    <a:lvl3pPr marL="926638" indent="-463319" algn="l" defTabSz="2438522" rtl="0" eaLnBrk="1" latinLnBrk="0" hangingPunct="1">
      <a:lnSpc>
        <a:spcPct val="110000"/>
      </a:lnSpc>
      <a:spcBef>
        <a:spcPts val="0"/>
      </a:spcBef>
      <a:buFont typeface="IBM Plex Sans Light" panose="020B0604020202020204" pitchFamily="34" charset="0"/>
      <a:buChar char="•"/>
      <a:tabLst/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3pPr>
    <a:lvl4pPr marL="1682580" indent="-463319" algn="l" defTabSz="2438522" rtl="0" eaLnBrk="1" latinLnBrk="0" hangingPunct="1">
      <a:lnSpc>
        <a:spcPct val="110000"/>
      </a:lnSpc>
      <a:spcBef>
        <a:spcPts val="0"/>
      </a:spcBef>
      <a:buFont typeface="IBM Plex Sans Light"/>
      <a:buChar char="–"/>
      <a:tabLst/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4pPr>
    <a:lvl5pPr marL="465690" marR="0" indent="-452991" algn="l" defTabSz="2438522" rtl="0" eaLnBrk="1" fontAlgn="base" latinLnBrk="0" hangingPunct="1">
      <a:lnSpc>
        <a:spcPct val="100000"/>
      </a:lnSpc>
      <a:spcBef>
        <a:spcPts val="1600"/>
      </a:spcBef>
      <a:spcAft>
        <a:spcPct val="0"/>
      </a:spcAft>
      <a:buClr>
        <a:srgbClr val="000000"/>
      </a:buClr>
      <a:buSzTx/>
      <a:buFont typeface="IBM Plex Sans Light" charset="-120"/>
      <a:buChar char="»"/>
      <a:tabLst/>
      <a:defRPr sz="20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5pPr>
    <a:lvl6pPr marL="6096305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6pPr>
    <a:lvl7pPr marL="7315566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7pPr>
    <a:lvl8pPr marL="8534827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8pPr>
    <a:lvl9pPr marL="9754088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520889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 descr="Place imagery here">
            <a:extLst>
              <a:ext uri="{FF2B5EF4-FFF2-40B4-BE49-F238E27FC236}">
                <a16:creationId xmlns:a16="http://schemas.microsoft.com/office/drawing/2014/main" id="{EA7055A2-0B5C-73F2-C2DB-FC7245A7AB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-1"/>
            <a:ext cx="24387175" cy="12195175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04A9AD-5866-6BA4-C928-31A5F88EF1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00" y="12166599"/>
            <a:ext cx="4942455" cy="1074293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4A8A02-E5FB-018D-1574-2015680C3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166600"/>
            <a:ext cx="4947412" cy="1077014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09935B61-CCB4-2F0F-6720-2DE3FDE1A0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3F3BE6BB-D7C0-3C9B-44F9-5D564E48D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11151"/>
            <a:ext cx="10101072" cy="7308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79518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Blue 10 full slide background ">
            <a:extLst>
              <a:ext uri="{FF2B5EF4-FFF2-40B4-BE49-F238E27FC236}">
                <a16:creationId xmlns:a16="http://schemas.microsoft.com/office/drawing/2014/main" id="{8D23798D-A03E-2BC6-136A-14C1E387E723}"/>
              </a:ext>
            </a:extLst>
          </p:cNvPr>
          <p:cNvSpPr/>
          <p:nvPr userDrawn="1"/>
        </p:nvSpPr>
        <p:spPr bwMode="auto">
          <a:xfrm>
            <a:off x="0" y="-1"/>
            <a:ext cx="24387175" cy="12195175"/>
          </a:xfrm>
          <a:prstGeom prst="rect">
            <a:avLst/>
          </a:prstGeom>
          <a:solidFill>
            <a:srgbClr val="E5F6FF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pic>
        <p:nvPicPr>
          <p:cNvPr id="7" name="Picture 6" descr="IBM 8-bar logo">
            <a:extLst>
              <a:ext uri="{FF2B5EF4-FFF2-40B4-BE49-F238E27FC236}">
                <a16:creationId xmlns:a16="http://schemas.microsoft.com/office/drawing/2014/main" id="{B4B109D8-FCAE-74D0-0B39-85BF626C84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A9FACBA3-656A-1C9D-A350-7759736DCC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00" y="12166599"/>
            <a:ext cx="4942455" cy="1074293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FA47F09F-F9D8-7B01-E53E-EE9451C6A6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166600"/>
            <a:ext cx="4947412" cy="1077014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8FFB679-F0FF-1DD1-8243-9D4ADEF38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11151"/>
            <a:ext cx="10101072" cy="7308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670438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E4F73B63-FCC7-DAFC-5E97-E0D29B2DBF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1EEBBCD-6628-78CD-1209-20B2834A6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87865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, lab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2629C-3C99-5809-3D6C-46ACEB922F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6000" y="12479147"/>
            <a:ext cx="11038445" cy="762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81A5AEF9-6465-6773-9724-1305F82453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D0F40089-D6C5-B905-B7FE-24BFF3580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174950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499" y="571499"/>
            <a:ext cx="11043132" cy="12578663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5C99EA1F-50F2-8D44-9784-4C9D555553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0086" y="12577763"/>
            <a:ext cx="1538325" cy="5724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C22CE22-4A72-C394-2534-3F9CEE594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614004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, lab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E74B7-8F2A-46A5-97C4-76677246CF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00" y="576072"/>
            <a:ext cx="10099675" cy="571500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12000"/>
            <a:ext cx="10099675" cy="9147175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0A3BE97F-BB78-DA67-3A9B-B2FBFA0DFC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0086" y="12577763"/>
            <a:ext cx="1538325" cy="572400"/>
          </a:xfrm>
          <a:prstGeom prst="rect">
            <a:avLst/>
          </a:prstGeom>
        </p:spPr>
      </p:pic>
      <p:sp>
        <p:nvSpPr>
          <p:cNvPr id="6" name="Picture Placeholder 6" descr="Place imagery here">
            <a:extLst>
              <a:ext uri="{FF2B5EF4-FFF2-40B4-BE49-F238E27FC236}">
                <a16:creationId xmlns:a16="http://schemas.microsoft.com/office/drawing/2014/main" id="{54AE768F-E6B1-F789-5E61-E59B3DBA779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499" y="569913"/>
            <a:ext cx="11043132" cy="125802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3340209367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4942078" cy="4210050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66675" y="574675"/>
            <a:ext cx="4953000" cy="11617318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647AD3-098B-D1AB-C8D8-463E38402F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862676" y="574675"/>
            <a:ext cx="4941888" cy="11620500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28AA764-A00C-AFFF-7F3F-49A733DCD47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5D1D2A7-CF30-5698-14FC-F71CB82D5B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30394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11036491" cy="2663825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2F412B5-726F-373A-86F7-2FBA60F1401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E2B1415-A9D9-645B-4DF0-7D16976DF72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839104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7EC0-4BFB-A603-5703-0D692C6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09600"/>
            <a:ext cx="17141825" cy="8832850"/>
          </a:xfrm>
        </p:spPr>
        <p:txBody>
          <a:bodyPr/>
          <a:lstStyle>
            <a:lvl1pPr>
              <a:defRPr sz="16800" b="0" i="0">
                <a:solidFill>
                  <a:schemeClr val="tx2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98A3D4B-A3E1-0D38-F80E-1D86FCFA4DA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3CF46425-C9F2-46CE-AAEE-89D8A19E0F2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808370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9909175" cy="4209670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80000" y="384048"/>
            <a:ext cx="11042073" cy="877849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 marL="585216" indent="-585216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2pPr>
            <a:lvl3pPr marL="1097280" indent="-585216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3pPr>
            <a:lvl4pPr marL="1755648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0FC8337-4A61-6950-CEE5-DDB270D1074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F8F57643-D39B-662E-5D14-6D9BFA200F3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06079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stand-al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49EB6B2-A4A6-F162-D0FE-417694FC70F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434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4DAC6A96-E5C9-E8BD-2383-92616744093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0CC16BE-B09A-0C84-8A0B-5FE3F85FB1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6000" y="309600"/>
            <a:ext cx="14649450" cy="10356265"/>
          </a:xfrm>
        </p:spPr>
        <p:txBody>
          <a:bodyPr/>
          <a:lstStyle>
            <a:lvl1pPr>
              <a:lnSpc>
                <a:spcPct val="100000"/>
              </a:lnSpc>
              <a:defRPr sz="84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71603199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5E03B0-C633-E81D-0D42-3FCCAFD64B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00" y="576072"/>
            <a:ext cx="7623175" cy="704392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20D7FD-6784-59C5-938D-4728A153F5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6000" y="9628222"/>
            <a:ext cx="11050588" cy="3353065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200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 dirty="0"/>
              <a:t>↗︎00M</a:t>
            </a:r>
          </a:p>
        </p:txBody>
      </p:sp>
      <p:cxnSp>
        <p:nvCxnSpPr>
          <p:cNvPr id="9" name="Straight Connector 8" descr="Vertical column divider">
            <a:extLst>
              <a:ext uri="{FF2B5EF4-FFF2-40B4-BE49-F238E27FC236}">
                <a16:creationId xmlns:a16="http://schemas.microsoft.com/office/drawing/2014/main" id="{1C44518A-7FBB-67DA-E35B-8BC0AAFC606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3587" y="569913"/>
            <a:ext cx="0" cy="1162526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7285B0-4A1E-8885-0C0E-77D0ECA9CA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80000" y="576072"/>
            <a:ext cx="7620000" cy="704392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F395CBF-E65B-9A42-BAE5-C2B2BD9B7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80000" y="9628222"/>
            <a:ext cx="11049000" cy="3354293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200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 dirty="0"/>
              <a:t>+00%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21A64AF3-E67B-E80B-A5D3-6B3533C87F9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8C4F134-9B5D-407C-F525-B2FC25B7B5C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478196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328472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385200"/>
            <a:ext cx="4951413" cy="1907912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2333067"/>
            <a:ext cx="4951413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780000" y="385200"/>
            <a:ext cx="4949825" cy="1906588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0000" y="2334654"/>
            <a:ext cx="4953000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859500" y="385200"/>
            <a:ext cx="4949825" cy="1903413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2333067"/>
            <a:ext cx="4953000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70675" y="12058650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56FFD0-F317-D3D7-DE9D-AA1F4AB27EE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899D670E-69CE-BB86-FB88-291343BDEE2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368050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97FE8A-75E3-6FC8-02DD-50E0A4C8C9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67500" y="6594475"/>
            <a:ext cx="11045952" cy="534009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B48808-B77B-7E67-E7EA-BCC945D4D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00" y="309600"/>
            <a:ext cx="4949825" cy="5335586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+000%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378CF2-9CD6-2749-A489-08A4608D0B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309600"/>
            <a:ext cx="11049000" cy="53355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0" name="Straight Connector 9" descr="Horizontal row divider">
            <a:extLst>
              <a:ext uri="{FF2B5EF4-FFF2-40B4-BE49-F238E27FC236}">
                <a16:creationId xmlns:a16="http://schemas.microsoft.com/office/drawing/2014/main" id="{3D81813D-DA09-FCA0-D570-1E2D428C59E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7850" y="6097732"/>
            <a:ext cx="2323465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6C1F9D-1D2C-5BDA-E821-35CB4A8708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6000" y="6594475"/>
            <a:ext cx="4946904" cy="5340096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+000M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9ABB71-218D-3F6E-E3F7-5348FD395D2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77BD92D-3A6C-2396-61D4-51D7CC5B1C0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764434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328472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384048"/>
            <a:ext cx="4951413" cy="2859087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572897"/>
            <a:ext cx="7620000" cy="2859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7" name="Straight Connector 16" descr="Horizontal row divider">
            <a:extLst>
              <a:ext uri="{FF2B5EF4-FFF2-40B4-BE49-F238E27FC236}">
                <a16:creationId xmlns:a16="http://schemas.microsoft.com/office/drawing/2014/main" id="{1103109C-6DA9-8F27-B4B1-EE276442E489}"/>
              </a:ext>
            </a:extLst>
          </p:cNvPr>
          <p:cNvCxnSpPr/>
          <p:nvPr userDrawn="1"/>
        </p:nvCxnSpPr>
        <p:spPr bwMode="auto">
          <a:xfrm>
            <a:off x="6667500" y="4575175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67500" y="4957821"/>
            <a:ext cx="4951413" cy="2857506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5125969"/>
            <a:ext cx="7620000" cy="2857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5" name="Straight Connector 14" descr="Horizontal row divider">
            <a:extLst>
              <a:ext uri="{FF2B5EF4-FFF2-40B4-BE49-F238E27FC236}">
                <a16:creationId xmlns:a16="http://schemas.microsoft.com/office/drawing/2014/main" id="{687931BB-B3EF-829C-B354-B048514D5138}"/>
              </a:ext>
            </a:extLst>
          </p:cNvPr>
          <p:cNvCxnSpPr/>
          <p:nvPr userDrawn="1"/>
        </p:nvCxnSpPr>
        <p:spPr bwMode="auto">
          <a:xfrm>
            <a:off x="6667500" y="9140825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67501" y="9526645"/>
            <a:ext cx="4951411" cy="2668530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0" y="9670409"/>
            <a:ext cx="7620000" cy="2524766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12058650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95C3AC-E4B9-F837-204B-FF01953D40B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2119C11-B0BD-168C-0C07-D70B259D390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111609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2078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7B282-9F6A-839A-442D-69BC9DF374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00" y="3047999"/>
            <a:ext cx="4956175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0000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2675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830AE7-F6A6-A339-0B24-876A9554C9E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1A616C3-34A8-1D7A-67C9-8B76F2D30BD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313497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short divid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70675" y="576072"/>
            <a:ext cx="4956175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ABAB2974-AD95-0BF2-C41A-265AEF03B4F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3044825"/>
            <a:ext cx="0" cy="91454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 descr="Vertical column divider">
            <a:extLst>
              <a:ext uri="{FF2B5EF4-FFF2-40B4-BE49-F238E27FC236}">
                <a16:creationId xmlns:a16="http://schemas.microsoft.com/office/drawing/2014/main" id="{CDB8CB8D-C4DB-E357-4948-59CD6A18A9DC}"/>
              </a:ext>
            </a:extLst>
          </p:cNvPr>
          <p:cNvCxnSpPr/>
          <p:nvPr userDrawn="1"/>
        </p:nvCxnSpPr>
        <p:spPr bwMode="auto">
          <a:xfrm>
            <a:off x="12188952" y="3044825"/>
            <a:ext cx="0" cy="91503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 descr="Vertical column divider">
            <a:extLst>
              <a:ext uri="{FF2B5EF4-FFF2-40B4-BE49-F238E27FC236}">
                <a16:creationId xmlns:a16="http://schemas.microsoft.com/office/drawing/2014/main" id="{8B5887E5-28C4-AA99-EBD5-E34B88F46F25}"/>
              </a:ext>
            </a:extLst>
          </p:cNvPr>
          <p:cNvCxnSpPr/>
          <p:nvPr userDrawn="1"/>
        </p:nvCxnSpPr>
        <p:spPr bwMode="auto">
          <a:xfrm>
            <a:off x="18288000" y="3044825"/>
            <a:ext cx="0" cy="91503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5E154F-497D-F356-4526-C17B1B098AC9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3714515-3CA1-0F75-0503-3208A09DFA76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4B531E36-2064-83A6-3D5A-E40E324F8495}"/>
              </a:ext>
            </a:extLst>
          </p:cNvPr>
          <p:cNvSpPr>
            <a:spLocks noGrp="1"/>
          </p:cNvSpPr>
          <p:nvPr userDrawn="1">
            <p:ph type="body" sz="quarter" idx="11"/>
          </p:nvPr>
        </p:nvSpPr>
        <p:spPr>
          <a:xfrm>
            <a:off x="582422" y="3047999"/>
            <a:ext cx="4956175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70587680-FBD6-A326-93E3-B3437A4124A3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CAE80882-A798-33A6-BF3F-DF9C75646C23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12780000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809E051-5EDC-532B-0D86-AA9349AAA053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18862675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52310234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head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7500" y="576072"/>
            <a:ext cx="4956175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047999"/>
            <a:ext cx="4951413" cy="9156701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80000" y="576072"/>
            <a:ext cx="4953000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0000" y="3048000"/>
            <a:ext cx="4953000" cy="91567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C6EB28FF-C21F-A83D-2D19-2242B76C6B0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3D7A0E74-695D-C6F5-07CD-01209D58A70A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88952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19E1AC9A-B000-435B-E4BC-54B09FB7957C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18859500" y="576072"/>
            <a:ext cx="4959350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18859500" y="3048000"/>
            <a:ext cx="4959350" cy="91567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3F2C39-1D80-7B1C-F53D-B11D6327AF07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56961C62-D766-8A68-1FA3-BF6BE095543D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707034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4332-B5B5-4358-3C72-8B35F374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2097087"/>
          </a:xfrm>
        </p:spPr>
        <p:txBody>
          <a:bodyPr/>
          <a:lstStyle>
            <a:lvl1pPr>
              <a:lnSpc>
                <a:spcPct val="11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C4772-2960-241E-274D-18A4B5568D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00" y="3048000"/>
            <a:ext cx="4942078" cy="45783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Picture Placeholder 13" descr="Place pictogram here">
            <a:extLst>
              <a:ext uri="{FF2B5EF4-FFF2-40B4-BE49-F238E27FC236}">
                <a16:creationId xmlns:a16="http://schemas.microsoft.com/office/drawing/2014/main" id="{637C5D5A-A533-DB2D-8BBE-C9DAA013CA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667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27CF39F-F0FC-7815-2582-A13E0599BC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5" name="Picture Placeholder 13" descr="Place pictogram here">
            <a:extLst>
              <a:ext uri="{FF2B5EF4-FFF2-40B4-BE49-F238E27FC236}">
                <a16:creationId xmlns:a16="http://schemas.microsoft.com/office/drawing/2014/main" id="{81413BEF-DDD1-548F-409B-224DE030B67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800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8C92137-8AC3-46D8-C9A2-F6F058938B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0000" y="3047999"/>
            <a:ext cx="4942120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6" name="Picture Placeholder 13" descr="Place pictogram here">
            <a:extLst>
              <a:ext uri="{FF2B5EF4-FFF2-40B4-BE49-F238E27FC236}">
                <a16:creationId xmlns:a16="http://schemas.microsoft.com/office/drawing/2014/main" id="{B37C3DBB-1177-5FC6-7F7F-E6C5931C96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8859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C380211-AA5F-2F8D-309F-DC766DF1EF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2677" y="3047999"/>
            <a:ext cx="4941886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C59ECBB-8567-F0FF-2B81-7CCA543AC3A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193F0BFF-6925-3869-6436-5F209217E4E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3EC1ADC5-863A-1C19-32F5-F71459CCBF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3142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 descr="Vertical column divider">
            <a:extLst>
              <a:ext uri="{FF2B5EF4-FFF2-40B4-BE49-F238E27FC236}">
                <a16:creationId xmlns:a16="http://schemas.microsoft.com/office/drawing/2014/main" id="{72E1DB67-171C-F7FE-B9F6-5778755FF746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 descr="Vertical column divider">
            <a:extLst>
              <a:ext uri="{FF2B5EF4-FFF2-40B4-BE49-F238E27FC236}">
                <a16:creationId xmlns:a16="http://schemas.microsoft.com/office/drawing/2014/main" id="{6EF3DAE3-95FD-80AD-F6F4-79B5745FA45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5899409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wide column,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4942078" cy="3117978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9152" y="384048"/>
            <a:ext cx="4951414" cy="220126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 sz="2800"/>
            </a:lvl2pPr>
            <a:lvl3pPr>
              <a:spcBef>
                <a:spcPts val="0"/>
              </a:spcBef>
              <a:defRPr sz="2800"/>
            </a:lvl3pPr>
            <a:lvl4pPr>
              <a:spcBef>
                <a:spcPts val="0"/>
              </a:spcBef>
              <a:defRPr sz="2800"/>
            </a:lvl4pPr>
            <a:lvl5pPr>
              <a:spcBef>
                <a:spcPts val="0"/>
              </a:spcBef>
              <a:defRPr sz="2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153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5153" y="3047999"/>
            <a:ext cx="10096500" cy="9153525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C93AC5E-9451-FF93-87DD-889A48A00DD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D1F6E83E-BB80-D71A-7819-884C0CD479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649678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wid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6C39-902F-3DA0-AAF4-319DA8A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7424927" cy="190658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BA43D-8D00-4EDB-B803-D1EEE6CE2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00" y="3047999"/>
            <a:ext cx="10099675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32DCE7C-29C5-BC86-B154-7DD0C4F055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80000" y="3047999"/>
            <a:ext cx="100965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9E836C4-97D9-E198-E7C4-C2E94BADE6B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1A72C-9D4B-8178-79CE-382DDE87CD2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4945124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11036491" cy="4210177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6675" y="576071"/>
            <a:ext cx="4949825" cy="1161910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62675" y="576071"/>
            <a:ext cx="4941888" cy="1161910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8BE2778-A9AA-3756-3479-C4A6DD4F0F0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1D49C41-81F4-5A73-2F6D-EF2D5E38372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821703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2078" cy="3995927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80000" y="576000"/>
            <a:ext cx="4953000" cy="116220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62675" y="576000"/>
            <a:ext cx="4941888" cy="116220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B9B0455-A1CF-B58E-3124-86D0B0DD2BB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64E5562-E403-533D-BEAD-AB50713ED18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956051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11039476" cy="4210176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80000" y="576072"/>
            <a:ext cx="495300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80000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3047999"/>
            <a:ext cx="4953000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196BE21-C69D-85CB-EE77-49D2E4993A0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DBB179B0-7DF8-112C-BC38-B65090C6DD6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70831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6" cy="3995927"/>
          </a:xfrm>
        </p:spPr>
        <p:txBody>
          <a:bodyPr rIns="0"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80000" y="576072"/>
            <a:ext cx="495300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80000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5" y="576072"/>
            <a:ext cx="4942078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2FA1770-E046-DD8F-9F28-19D80D1D67C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1ADA982-549A-4D2D-490A-DE5610A5087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240754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4949825" cy="4210177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9151" y="384048"/>
            <a:ext cx="4956175" cy="311058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2800"/>
            </a:lvl2pPr>
            <a:lvl3pPr>
              <a:lnSpc>
                <a:spcPct val="90000"/>
              </a:lnSpc>
              <a:spcBef>
                <a:spcPts val="0"/>
              </a:spcBef>
              <a:defRPr sz="2800"/>
            </a:lvl3pPr>
            <a:lvl4pPr>
              <a:lnSpc>
                <a:spcPct val="90000"/>
              </a:lnSpc>
              <a:spcBef>
                <a:spcPts val="0"/>
              </a:spcBef>
              <a:defRPr sz="2800"/>
            </a:lvl4pPr>
            <a:lvl5pPr>
              <a:lnSpc>
                <a:spcPct val="90000"/>
              </a:lnSpc>
              <a:spcBef>
                <a:spcPts val="0"/>
              </a:spcBef>
              <a:defRPr sz="2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16790"/>
            <a:ext cx="4951413" cy="9188588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Picture Placeholder 4" descr="Place pictogram here">
            <a:extLst>
              <a:ext uri="{FF2B5EF4-FFF2-40B4-BE49-F238E27FC236}">
                <a16:creationId xmlns:a16="http://schemas.microsoft.com/office/drawing/2014/main" id="{4E8FFEFF-CCD0-A436-418A-5FB8624CCC89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12780000" y="576072"/>
            <a:ext cx="1216152" cy="121446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0000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Picture Placeholder 11" descr="Place pictogram here">
            <a:extLst>
              <a:ext uri="{FF2B5EF4-FFF2-40B4-BE49-F238E27FC236}">
                <a16:creationId xmlns:a16="http://schemas.microsoft.com/office/drawing/2014/main" id="{484E55D7-CBB2-992D-3E77-5CB7B7CADA9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18859500" y="576072"/>
            <a:ext cx="1217844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7E14D98-D346-214C-0437-7A0B4A7F3F0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8CDC5D22-5EFB-A82A-2192-76A569B4B0D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 descr="Vertical column divider">
            <a:extLst>
              <a:ext uri="{FF2B5EF4-FFF2-40B4-BE49-F238E27FC236}">
                <a16:creationId xmlns:a16="http://schemas.microsoft.com/office/drawing/2014/main" id="{75E2B956-D8A8-9075-0842-BD0DAFFD412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 descr="Vertical column divider">
            <a:extLst>
              <a:ext uri="{FF2B5EF4-FFF2-40B4-BE49-F238E27FC236}">
                <a16:creationId xmlns:a16="http://schemas.microsoft.com/office/drawing/2014/main" id="{BE2C4D34-A499-856F-2ED0-C6A511B884A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3412524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 wide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 descr="Place pictogram here">
            <a:extLst>
              <a:ext uri="{FF2B5EF4-FFF2-40B4-BE49-F238E27FC236}">
                <a16:creationId xmlns:a16="http://schemas.microsoft.com/office/drawing/2014/main" id="{30AB5158-BCB8-39EE-DA85-F2CD01699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6072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1099CB-CB87-D5D5-506D-4B49C08161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2478024"/>
            <a:ext cx="6670675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5" name="Picture Placeholder 14" descr="Place pictogram here">
            <a:extLst>
              <a:ext uri="{FF2B5EF4-FFF2-40B4-BE49-F238E27FC236}">
                <a16:creationId xmlns:a16="http://schemas.microsoft.com/office/drawing/2014/main" id="{3C3730E5-61EB-7405-CC85-AB04242CDB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80000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1DA3C4-E728-0E45-C91D-8EDF4B495F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80000" y="2476500"/>
            <a:ext cx="667512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9C5483A0-0E31-72CE-21C3-6248FAEBC09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36428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Picture Placeholder 16" descr="Place pictogram here">
            <a:extLst>
              <a:ext uri="{FF2B5EF4-FFF2-40B4-BE49-F238E27FC236}">
                <a16:creationId xmlns:a16="http://schemas.microsoft.com/office/drawing/2014/main" id="{62C94928-6A9B-2EA7-301C-71E5F2547C8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6072" y="6473951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565063-698E-31B0-B619-B99A9A0B3D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" y="8385048"/>
            <a:ext cx="6670676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9" name="Picture Placeholder 18" descr="Place pictogram here">
            <a:extLst>
              <a:ext uri="{FF2B5EF4-FFF2-40B4-BE49-F238E27FC236}">
                <a16:creationId xmlns:a16="http://schemas.microsoft.com/office/drawing/2014/main" id="{2E840026-2FAF-826F-DCFD-3FF0082B08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80000" y="6477000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4E44FFD-1EB7-1873-F6D1-67DE839EF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80000" y="8382000"/>
            <a:ext cx="667512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FC9DA86-6E63-7EF1-DAC1-73040332758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E7CD285-42F9-CF03-AB5C-1DC86205FBC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E664AD27-CDB8-1E16-6F0A-1A4FF8BD97F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0496384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000" y="576072"/>
            <a:ext cx="4961128" cy="462153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24000"/>
            <a:ext cx="4948428" cy="3048000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80000" y="576073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5" y="576072"/>
            <a:ext cx="495935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80000" y="6670675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6670675"/>
            <a:ext cx="495300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D288907-977D-2E2D-D334-59684842A63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99C7C32-4361-2D42-DB76-E3E2316F597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33241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000" y="576072"/>
            <a:ext cx="4961128" cy="462153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80000" y="576073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5" y="576072"/>
            <a:ext cx="495935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80000" y="6670675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6670675"/>
            <a:ext cx="495300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D288907-977D-2E2D-D334-59684842A63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99C7C32-4361-2D42-DB76-E3E2316F597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009016F-5759-0B27-8DB2-77BDD7980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23872"/>
            <a:ext cx="11044239" cy="4572128"/>
          </a:xfrm>
        </p:spPr>
        <p:txBody>
          <a:bodyPr rIns="457200"/>
          <a:lstStyle>
            <a:lvl1pPr>
              <a:lnSpc>
                <a:spcPct val="11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2975277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B933E98-EDAA-167B-D822-384AE57CFD4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CE74F70-DD3B-B787-1122-8CC2F06AD01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73047254-F916-4821-F269-6EDEB3A3FAD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000" y="576072"/>
            <a:ext cx="4942078" cy="3995928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4362297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11036994" cy="4210177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61589D3-5821-F43C-9924-D7FBDD5E84A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EA471B4-B30A-F4D7-84E4-C54A4D1ACD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C5CEBFE7-AD2E-DFE8-B046-3B86682861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42695C8E-740F-09FE-EEF5-F2D3F3F881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59937119-9484-C422-CDBB-7ACF8FB463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031FDB97-22F2-B958-137D-E25328D2B0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57828484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B1D44C30-196F-B4B1-540A-E556579735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66415" y="576071"/>
            <a:ext cx="4956048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1"/>
            <a:ext cx="4956048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499" y="576071"/>
            <a:ext cx="4946904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6DFE032-E717-840D-774E-AC6218CA01A8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19EFD5E-874A-DCAB-55D5-D376C79F2C6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0813F20A-BEE4-B8A6-B7C6-A452A39FAD7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6415" y="6673850"/>
            <a:ext cx="4956048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150973AC-ED14-F5BF-FFA2-3AA73BE9F4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6673850"/>
            <a:ext cx="4956048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BE127C12-10BF-D35C-4112-2B9F894815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499" y="6673850"/>
            <a:ext cx="4946904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56056091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5819-78ED-4475-16CD-65C8A2C5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Picture Placeholder 15" descr="Place icon here">
            <a:extLst>
              <a:ext uri="{FF2B5EF4-FFF2-40B4-BE49-F238E27FC236}">
                <a16:creationId xmlns:a16="http://schemas.microsoft.com/office/drawing/2014/main" id="{DD1F0C48-79E5-E356-43FC-0FCF2DE89A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67500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148C06-F3C6-0E95-A225-29F730DD15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499" y="1524000"/>
            <a:ext cx="4956048" cy="399910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7" name="Picture Placeholder 15" descr="Place icon here">
            <a:extLst>
              <a:ext uri="{FF2B5EF4-FFF2-40B4-BE49-F238E27FC236}">
                <a16:creationId xmlns:a16="http://schemas.microsoft.com/office/drawing/2014/main" id="{18E9E323-0756-7849-8F52-19C58A517BD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80000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1FD5E03-A007-B728-4616-E05622A43A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80000" y="1524000"/>
            <a:ext cx="4953000" cy="399910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8" name="Picture Placeholder 15" descr="Place icon here">
            <a:extLst>
              <a:ext uri="{FF2B5EF4-FFF2-40B4-BE49-F238E27FC236}">
                <a16:creationId xmlns:a16="http://schemas.microsoft.com/office/drawing/2014/main" id="{7C3BFFDB-5499-B3D7-98B2-1ABDA7D5C9D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8859501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EC06719-7195-BBE7-0154-56A039A4B3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59501" y="1523999"/>
            <a:ext cx="4946904" cy="3999099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23" name="Straight Connector 22" descr="Horizontal row divider">
            <a:extLst>
              <a:ext uri="{FF2B5EF4-FFF2-40B4-BE49-F238E27FC236}">
                <a16:creationId xmlns:a16="http://schemas.microsoft.com/office/drawing/2014/main" id="{252CDB94-BA57-B58F-95F0-D406FE34BB4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1772285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Picture Placeholder 15" descr="Place icon here">
            <a:extLst>
              <a:ext uri="{FF2B5EF4-FFF2-40B4-BE49-F238E27FC236}">
                <a16:creationId xmlns:a16="http://schemas.microsoft.com/office/drawing/2014/main" id="{C00295A2-8D30-455D-EBB9-FA7A467919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667500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704E464-B0E0-CDD0-B14B-FA6386285A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7499" y="7623594"/>
            <a:ext cx="4956048" cy="399829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0" name="Picture Placeholder 15" descr="Place icon here">
            <a:extLst>
              <a:ext uri="{FF2B5EF4-FFF2-40B4-BE49-F238E27FC236}">
                <a16:creationId xmlns:a16="http://schemas.microsoft.com/office/drawing/2014/main" id="{F30F0F2C-CA19-3A79-4375-EB8A00FA887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2780000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96B64B8-6DA8-8704-DD30-37587B3E68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780000" y="7623594"/>
            <a:ext cx="4956048" cy="399829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1" name="Picture Placeholder 15" descr="Place icon here">
            <a:extLst>
              <a:ext uri="{FF2B5EF4-FFF2-40B4-BE49-F238E27FC236}">
                <a16:creationId xmlns:a16="http://schemas.microsoft.com/office/drawing/2014/main" id="{9354D8C6-F61D-3FC1-07F8-FEE730E2D7A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8859501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F965C82-A0A6-A670-C10A-6073DD3549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8859501" y="7623594"/>
            <a:ext cx="4946904" cy="39982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6C9A7FC-6BA2-EF1D-18D5-F605D8C7C003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C0294F07-890E-B2F9-0CAD-1B5AFB7648A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0E795639-6102-AB6C-5918-29F86236BFD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 descr="Vertical column divider">
            <a:extLst>
              <a:ext uri="{FF2B5EF4-FFF2-40B4-BE49-F238E27FC236}">
                <a16:creationId xmlns:a16="http://schemas.microsoft.com/office/drawing/2014/main" id="{357E5319-53C7-E291-189E-B5A9A71EC85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 descr="Vertical column divider">
            <a:extLst>
              <a:ext uri="{FF2B5EF4-FFF2-40B4-BE49-F238E27FC236}">
                <a16:creationId xmlns:a16="http://schemas.microsoft.com/office/drawing/2014/main" id="{C5786CF5-FEFB-F111-90C8-4410630FD7A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4205542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11039475" cy="3413126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80000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B87B78A1-A315-98D3-1692-18AAAF4C60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3138"/>
            <a:ext cx="0" cy="1162203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4F455E69-0B51-1D31-E569-651079398D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2849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54C560F4-CB2D-6B04-588B-57BB4D4E6D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0" cy="609917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9A0B1DF-AF8B-38B3-B47C-60722DFBF162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FD38FC2-A92F-D3A8-74D5-CE6E95D9C133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 descr="Vertical column divider">
            <a:extLst>
              <a:ext uri="{FF2B5EF4-FFF2-40B4-BE49-F238E27FC236}">
                <a16:creationId xmlns:a16="http://schemas.microsoft.com/office/drawing/2014/main" id="{A5B6E0FE-2F6F-9D77-9834-2DF9E13E226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022E65FD-CDEF-1AA2-2521-5B200BF4B6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83C43A7A-FFA5-D00F-7BEB-AA5C5DA6FB8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558C27E-CF79-F761-3827-DA392178DC8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78000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C0BF9C6F-22AC-2FF0-D8C9-37373CDEB3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784512172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3413126"/>
          </a:xfrm>
        </p:spPr>
        <p:txBody>
          <a:bodyPr rIns="0"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80000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C192388-DAC3-247F-4457-03A65F8CDF3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2D75691-23B7-FADC-4357-CB3662EB377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 descr="Vertical column divider">
            <a:extLst>
              <a:ext uri="{FF2B5EF4-FFF2-40B4-BE49-F238E27FC236}">
                <a16:creationId xmlns:a16="http://schemas.microsoft.com/office/drawing/2014/main" id="{CB17488F-3B5A-CD3F-8D89-787477C1F94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3138"/>
            <a:ext cx="0" cy="1162203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 descr="Horizontal row divider">
            <a:extLst>
              <a:ext uri="{FF2B5EF4-FFF2-40B4-BE49-F238E27FC236}">
                <a16:creationId xmlns:a16="http://schemas.microsoft.com/office/drawing/2014/main" id="{7B2108DD-FE3A-F98C-D857-CDFA3DAD966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2849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03D0E68D-02AF-474A-3224-FF5108D2338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83300"/>
            <a:ext cx="0" cy="611187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 descr="Vertical column divider">
            <a:extLst>
              <a:ext uri="{FF2B5EF4-FFF2-40B4-BE49-F238E27FC236}">
                <a16:creationId xmlns:a16="http://schemas.microsoft.com/office/drawing/2014/main" id="{5600EFDE-928F-B419-8585-5582A68373F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5C1B1885-0510-1907-4EAD-DB9018C133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5804D2DB-0651-E704-D761-49FB6352B7C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900EBA3-CCC2-CE83-A620-B68ADAF8371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78000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FAB4091C-FF62-7BAF-B996-F22392D5E7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71212167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half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00" y="3041649"/>
            <a:ext cx="4946904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8F00625-4E10-D884-2256-56B294B4BA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0675" y="3041649"/>
            <a:ext cx="4951413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Picture Placeholder 10" descr="Place imagery here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763500" y="576073"/>
            <a:ext cx="11041253" cy="12571602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65F8DDE-78BD-E2B6-1CAB-2A9EF14E9F7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836230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DE688-75EF-DA04-F0B3-24F53FFC6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00" y="3041649"/>
            <a:ext cx="4956175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Picture Placeholder 11" descr="Place imagery here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0"/>
            <a:ext cx="18291175" cy="13716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B09C899-A6D4-3826-EAB8-A75F78607CE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EB46264-65A0-272C-CC19-DCA9B586608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154425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00" y="3041649"/>
            <a:ext cx="4956175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67500" y="571500"/>
            <a:ext cx="17137063" cy="125793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47D5110-D587-CC11-18F6-FEB7AA2D785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768506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F6679120-DB81-97FD-CD5A-00DC1F5E66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" y="0"/>
            <a:ext cx="24387174" cy="1371599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8A69D316-0792-83BD-3912-71CDE3BB681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270910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34239CCE-9A38-90E1-F860-FF40FBDA240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77850" y="571500"/>
            <a:ext cx="23226713" cy="1257934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7694905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, profiles, contribut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 descr="Place bio portrait here">
            <a:extLst>
              <a:ext uri="{FF2B5EF4-FFF2-40B4-BE49-F238E27FC236}">
                <a16:creationId xmlns:a16="http://schemas.microsoft.com/office/drawing/2014/main" id="{0B1677E6-5066-100D-29D6-CCAD04C21BCE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576000" y="3044825"/>
            <a:ext cx="2462402" cy="24765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13" name="Picture Placeholder 7" descr="Place bio portrait here">
            <a:extLst>
              <a:ext uri="{FF2B5EF4-FFF2-40B4-BE49-F238E27FC236}">
                <a16:creationId xmlns:a16="http://schemas.microsoft.com/office/drawing/2014/main" id="{3DCE12BA-53E1-8B67-A029-029F1E6F9163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76000" y="6096000"/>
            <a:ext cx="2462402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15" name="Picture Placeholder 7" descr="Place bio portrait here">
            <a:extLst>
              <a:ext uri="{FF2B5EF4-FFF2-40B4-BE49-F238E27FC236}">
                <a16:creationId xmlns:a16="http://schemas.microsoft.com/office/drawing/2014/main" id="{05E149CA-A25F-74EE-93DF-1A877CDE924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576000" y="9140825"/>
            <a:ext cx="2462402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5" name="Picture Placeholder 7" descr="Place bio portrait here">
            <a:extLst>
              <a:ext uri="{FF2B5EF4-FFF2-40B4-BE49-F238E27FC236}">
                <a16:creationId xmlns:a16="http://schemas.microsoft.com/office/drawing/2014/main" id="{AAC7C1AD-0F8C-4D02-0112-981444AFE98D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12780000" y="3044825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7" name="Picture Placeholder 7" descr="Place bio portrait here">
            <a:extLst>
              <a:ext uri="{FF2B5EF4-FFF2-40B4-BE49-F238E27FC236}">
                <a16:creationId xmlns:a16="http://schemas.microsoft.com/office/drawing/2014/main" id="{22271FFB-E2D1-459B-4089-A291A1110AE8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2780000" y="6096000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9" name="Picture Placeholder 7" descr="Place bio portrait here">
            <a:extLst>
              <a:ext uri="{FF2B5EF4-FFF2-40B4-BE49-F238E27FC236}">
                <a16:creationId xmlns:a16="http://schemas.microsoft.com/office/drawing/2014/main" id="{F3C99020-5BF1-8A8C-BDCB-42766A5B9BE5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12780000" y="9140825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1D025A0-5106-DFB0-90B1-8B366B78913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429000" y="3044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26F49A0-96BE-0B44-B1C8-17D765B10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29000" y="6096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772377-8015-4C99-7ED3-E4475C524D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29000" y="9140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3E3566C7-C728-77B2-2A34-BBB83D482F5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5617825" y="3044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A52D1EA1-405F-7875-BAB9-B258776E1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5617825" y="6096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73849969-24A3-113A-C58E-4A4B0FB29BA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5617825" y="9140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D4D4C25-96EE-FF6D-B301-962CD7A6366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A0E5B0D-36A0-4281-7D57-C2CC4453113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719277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3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B3D8D357-75A1-F4FD-F531-380CF7DE4340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6667500" y="576000"/>
            <a:ext cx="17145000" cy="11623675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table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694FFFD-5196-625E-C3FC-9AB6BB13FC3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DD2D25A8-2AEC-F554-8D58-47C112486D4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29029"/>
      </p:ext>
    </p:extLst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1"/>
            <a:ext cx="4949825" cy="1527049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FFC916-9B64-A7DC-672D-A4AFA1AE96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7500" y="12782487"/>
            <a:ext cx="5524500" cy="425450"/>
          </a:xfrm>
        </p:spPr>
        <p:txBody>
          <a:bodyPr anchor="b" anchorCtr="0"/>
          <a:lstStyle>
            <a:lvl1pPr>
              <a:defRPr sz="1600">
                <a:latin typeface="IBM Plex Sans" panose="020B0503050203000203" pitchFamily="34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Source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1A85749-B0F2-6B16-9E7E-1C979593E9E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6000" y="3044825"/>
            <a:ext cx="4943475" cy="9150350"/>
          </a:xfrm>
        </p:spPr>
        <p:txBody>
          <a:bodyPr/>
          <a:lstStyle>
            <a:lvl1pPr>
              <a:defRPr sz="2800">
                <a:latin typeface="+mj-lt"/>
              </a:defRPr>
            </a:lvl1pPr>
            <a:lvl2pPr>
              <a:defRPr sz="2800">
                <a:latin typeface="+mj-lt"/>
              </a:defRPr>
            </a:lvl2pPr>
            <a:lvl3pPr>
              <a:defRPr sz="2800">
                <a:latin typeface="+mj-lt"/>
              </a:defRPr>
            </a:lvl3pPr>
            <a:lvl4pPr>
              <a:defRPr sz="2800">
                <a:latin typeface="+mj-lt"/>
              </a:defRPr>
            </a:lvl4pPr>
            <a:lvl5pPr>
              <a:defRPr sz="2800">
                <a:latin typeface="+mj-lt"/>
              </a:defRPr>
            </a:lvl5pPr>
          </a:lstStyle>
          <a:p>
            <a:pPr>
              <a:lnSpc>
                <a:spcPct val="110000"/>
              </a:lnSpc>
            </a:pPr>
            <a:r>
              <a:rPr lang="en-US" sz="2800" dirty="0">
                <a:latin typeface="IBM Plex Sans Light" panose="020B0403050203000203" pitchFamily="34" charset="0"/>
              </a:rPr>
              <a:t>Lorem ipsum dolor sit </a:t>
            </a:r>
            <a:r>
              <a:rPr lang="en-US" sz="2800" dirty="0" err="1">
                <a:latin typeface="IBM Plex Sans Light" panose="020B0403050203000203" pitchFamily="34" charset="0"/>
              </a:rPr>
              <a:t>amet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donec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quam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felis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ultricies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nec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pellentesque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eu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pretium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quis</a:t>
            </a:r>
            <a:r>
              <a:rPr lang="en-US" sz="2800" dirty="0">
                <a:latin typeface="IBM Plex Sans Light" panose="020B0403050203000203" pitchFamily="34" charset="0"/>
              </a:rPr>
              <a:t> sem. </a:t>
            </a:r>
            <a:r>
              <a:rPr lang="en-US" sz="2800" dirty="0" err="1">
                <a:latin typeface="IBM Plex Sans Light" panose="020B0403050203000203" pitchFamily="34" charset="0"/>
              </a:rPr>
              <a:t>Nulla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conset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massa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quis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enim</a:t>
            </a:r>
            <a:r>
              <a:rPr lang="en-US" sz="2800" dirty="0">
                <a:latin typeface="IBM Plex Sans Light" panose="020B0403050203000203" pitchFamily="34" charset="0"/>
              </a:rPr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1CF978-95F1-0188-4FBB-81AAB884C2C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910353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on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84048"/>
            <a:ext cx="4956175" cy="2859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62675" y="576000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0C628C1A-F2DD-6011-5846-A9A3A6D3BD7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6187956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84048"/>
            <a:ext cx="4956175" cy="2859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4E531DA-4051-706E-065B-21A039141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80000" y="576000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59500" y="576000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5CA4A6F-2777-D002-EE9E-92C246A4DA8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FBFB86A-A7DC-B54C-4EEC-B69E1897903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6161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05039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, no foo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719226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5371" y="6168460"/>
            <a:ext cx="3456432" cy="137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38491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41592" y="12951714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 anchorCtr="0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576072" y="576072"/>
            <a:ext cx="22590125" cy="2468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rPr dirty="0"/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574675" y="3327399"/>
            <a:ext cx="22590125" cy="8867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B465A-FE7F-6B71-D716-1673174BB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6000" y="1282328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Footer text (optional)</a:t>
            </a:r>
          </a:p>
        </p:txBody>
      </p:sp>
    </p:spTree>
    <p:extLst>
      <p:ext uri="{BB962C8B-B14F-4D97-AF65-F5344CB8AC3E}">
        <p14:creationId xmlns:p14="http://schemas.microsoft.com/office/powerpoint/2010/main" val="36690312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44" r:id="rId1"/>
    <p:sldLayoutId id="2147483945" r:id="rId2"/>
    <p:sldLayoutId id="2147483904" r:id="rId3"/>
    <p:sldLayoutId id="2147483905" r:id="rId4"/>
    <p:sldLayoutId id="2147483901" r:id="rId5"/>
    <p:sldLayoutId id="2147483692" r:id="rId6"/>
    <p:sldLayoutId id="2147483906" r:id="rId7"/>
    <p:sldLayoutId id="2147483907" r:id="rId8"/>
    <p:sldLayoutId id="2147483910" r:id="rId9"/>
    <p:sldLayoutId id="2147483908" r:id="rId10"/>
    <p:sldLayoutId id="2147483909" r:id="rId11"/>
    <p:sldLayoutId id="2147483912" r:id="rId12"/>
    <p:sldLayoutId id="2147483914" r:id="rId13"/>
    <p:sldLayoutId id="2147483915" r:id="rId14"/>
    <p:sldLayoutId id="2147483913" r:id="rId15"/>
    <p:sldLayoutId id="2147483917" r:id="rId16"/>
    <p:sldLayoutId id="2147483942" r:id="rId17"/>
    <p:sldLayoutId id="2147483919" r:id="rId18"/>
    <p:sldLayoutId id="2147483929" r:id="rId19"/>
    <p:sldLayoutId id="2147483920" r:id="rId20"/>
    <p:sldLayoutId id="2147483930" r:id="rId21"/>
    <p:sldLayoutId id="2147483928" r:id="rId22"/>
    <p:sldLayoutId id="2147483948" r:id="rId23"/>
    <p:sldLayoutId id="2147483927" r:id="rId24"/>
    <p:sldLayoutId id="2147483950" r:id="rId25"/>
    <p:sldLayoutId id="2147483921" r:id="rId26"/>
    <p:sldLayoutId id="2147483916" r:id="rId27"/>
    <p:sldLayoutId id="2147483922" r:id="rId28"/>
    <p:sldLayoutId id="2147483965" r:id="rId29"/>
    <p:sldLayoutId id="2147483956" r:id="rId30"/>
    <p:sldLayoutId id="2147483923" r:id="rId31"/>
    <p:sldLayoutId id="2147483924" r:id="rId32"/>
    <p:sldLayoutId id="2147483926" r:id="rId33"/>
    <p:sldLayoutId id="2147483925" r:id="rId34"/>
    <p:sldLayoutId id="2147483959" r:id="rId35"/>
    <p:sldLayoutId id="2147483937" r:id="rId36"/>
    <p:sldLayoutId id="2147483932" r:id="rId37"/>
    <p:sldLayoutId id="2147483934" r:id="rId38"/>
    <p:sldLayoutId id="2147483935" r:id="rId39"/>
    <p:sldLayoutId id="2147483936" r:id="rId40"/>
    <p:sldLayoutId id="2147483938" r:id="rId41"/>
    <p:sldLayoutId id="2147483939" r:id="rId42"/>
    <p:sldLayoutId id="2147483964" r:id="rId43"/>
    <p:sldLayoutId id="2147483940" r:id="rId44"/>
    <p:sldLayoutId id="2147483960" r:id="rId45"/>
    <p:sldLayoutId id="2147483943" r:id="rId46"/>
    <p:sldLayoutId id="2147483963" r:id="rId47"/>
    <p:sldLayoutId id="2147483941" r:id="rId48"/>
  </p:sldLayoutIdLst>
  <p:transition spd="med"/>
  <p:hf hdr="0" dt="0"/>
  <p:txStyles>
    <p:titleStyle>
      <a:lvl1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chemeClr val="tx2"/>
          </a:solidFill>
          <a:uFillTx/>
          <a:latin typeface="+mj-lt"/>
          <a:ea typeface="+mj-ea"/>
          <a:cs typeface="+mj-cs"/>
          <a:sym typeface="IBM Plex Sans Light"/>
        </a:defRPr>
      </a:lvl1pPr>
      <a:lvl2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2pPr>
      <a:lvl3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3pPr>
      <a:lvl4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4pPr>
      <a:lvl5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0" marR="0" indent="362568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0" marR="0" indent="725139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0" marR="0" indent="108770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0" marR="0" indent="145027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titleStyle>
    <p:bodyStyle>
      <a:lvl1pPr marL="0" marR="0" indent="0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1pPr>
      <a:lvl2pPr marL="329184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2pPr>
      <a:lvl3pPr marL="658368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3pPr>
      <a:lvl4pPr marL="987552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4pPr>
      <a:lvl5pPr marL="1143000" marR="0" indent="-457200" algn="l" defTabSz="2438400" rtl="0" eaLnBrk="1" latinLnBrk="0" hangingPunct="1">
        <a:lnSpc>
          <a:spcPct val="110000"/>
        </a:lnSpc>
        <a:spcBef>
          <a:spcPts val="2900"/>
        </a:spcBef>
        <a:spcAft>
          <a:spcPts val="0"/>
        </a:spcAft>
        <a:buClrTx/>
        <a:buSzPct val="100000"/>
        <a:buFont typeface="IBM Plex Sans" panose="020B0604020202020204" pitchFamily="34" charset="0"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184306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2205631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256820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2930769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bodyStyle>
    <p:otherStyle>
      <a:lvl1pPr marL="0" marR="0" indent="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1pPr>
      <a:lvl2pPr marL="0" marR="0" indent="34299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2pPr>
      <a:lvl3pPr marL="0" marR="0" indent="685982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3pPr>
      <a:lvl4pPr marL="0" marR="0" indent="1028974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4pPr>
      <a:lvl5pPr marL="0" marR="0" indent="1371965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5pPr>
      <a:lvl6pPr marL="0" marR="0" indent="1714956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6pPr>
      <a:lvl7pPr marL="0" marR="0" indent="2057948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7pPr>
      <a:lvl8pPr marL="0" marR="0" indent="240094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8pPr>
      <a:lvl9pPr marL="0" marR="0" indent="274393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9pPr>
    </p:otherStyle>
  </p:txStyles>
  <p:extLst>
    <p:ext uri="{27BBF7A9-308A-43DC-89C8-2F10F3537804}">
      <p15:sldGuideLst xmlns:p15="http://schemas.microsoft.com/office/powerpoint/2012/main">
        <p15:guide id="3" pos="364">
          <p15:clr>
            <a:srgbClr val="EE5396"/>
          </p15:clr>
        </p15:guide>
        <p15:guide id="4" pos="3840">
          <p15:clr>
            <a:srgbClr val="0F62FE"/>
          </p15:clr>
        </p15:guide>
        <p15:guide id="5" pos="1916">
          <p15:clr>
            <a:srgbClr val="EE5396"/>
          </p15:clr>
        </p15:guide>
        <p15:guide id="6" pos="5756">
          <p15:clr>
            <a:srgbClr val="EE5396"/>
          </p15:clr>
        </p15:guide>
        <p15:guide id="7" pos="7319">
          <p15:clr>
            <a:srgbClr val="EE5396"/>
          </p15:clr>
        </p15:guide>
        <p15:guide id="8" pos="8040">
          <p15:clr>
            <a:srgbClr val="EE5396"/>
          </p15:clr>
        </p15:guide>
        <p15:guide id="9" pos="4200">
          <p15:clr>
            <a:srgbClr val="EE5396"/>
          </p15:clr>
        </p15:guide>
        <p15:guide id="10" pos="3480">
          <p15:clr>
            <a:srgbClr val="EE5396"/>
          </p15:clr>
        </p15:guide>
        <p15:guide id="11" pos="9594">
          <p15:clr>
            <a:srgbClr val="EE5396"/>
          </p15:clr>
        </p15:guide>
        <p15:guide id="13" pos="11160">
          <p15:clr>
            <a:srgbClr val="EE5396"/>
          </p15:clr>
        </p15:guide>
        <p15:guide id="14" pos="11880">
          <p15:clr>
            <a:srgbClr val="EE5396"/>
          </p15:clr>
        </p15:guide>
        <p15:guide id="15" pos="13440">
          <p15:clr>
            <a:srgbClr val="EE5396"/>
          </p15:clr>
        </p15:guide>
        <p15:guide id="16" pos="14995">
          <p15:clr>
            <a:srgbClr val="EE5396"/>
          </p15:clr>
        </p15:guide>
        <p15:guide id="19" orient="horz" pos="3840" userDrawn="1">
          <p15:clr>
            <a:srgbClr val="EE5396"/>
          </p15:clr>
        </p15:guide>
        <p15:guide id="20" orient="horz" pos="958" userDrawn="1">
          <p15:clr>
            <a:srgbClr val="EE5396"/>
          </p15:clr>
        </p15:guide>
        <p15:guide id="25" orient="horz" pos="7682" userDrawn="1">
          <p15:clr>
            <a:srgbClr val="EE5396"/>
          </p15:clr>
        </p15:guide>
        <p15:guide id="26" pos="7680">
          <p15:clr>
            <a:srgbClr val="0F62FE"/>
          </p15:clr>
        </p15:guide>
        <p15:guide id="27" pos="11520">
          <p15:clr>
            <a:srgbClr val="0F62FE"/>
          </p15:clr>
        </p15:guide>
        <p15:guide id="30" orient="horz" pos="1918" userDrawn="1">
          <p15:clr>
            <a:srgbClr val="EE5396"/>
          </p15:clr>
        </p15:guide>
        <p15:guide id="32" orient="horz" pos="6720" userDrawn="1">
          <p15:clr>
            <a:srgbClr val="EE5396"/>
          </p15:clr>
        </p15:guide>
        <p15:guide id="33" orient="horz" pos="2880" userDrawn="1">
          <p15:clr>
            <a:srgbClr val="EE5396"/>
          </p15:clr>
        </p15:guide>
        <p15:guide id="34" orient="horz" pos="4800" userDrawn="1">
          <p15:clr>
            <a:srgbClr val="EE5396"/>
          </p15:clr>
        </p15:guide>
        <p15:guide id="35" orient="horz" pos="5758" userDrawn="1">
          <p15:clr>
            <a:srgbClr val="EE5396"/>
          </p15:clr>
        </p15:guide>
        <p15:guide id="36" orient="horz" pos="8284" userDrawn="1">
          <p15:clr>
            <a:srgbClr val="9FCC3B"/>
          </p15:clr>
        </p15:guide>
        <p15:guide id="37" orient="horz" pos="360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eftPanel"/>
          <p:cNvSpPr/>
          <p:nvPr/>
        </p:nvSpPr>
        <p:spPr>
          <a:xfrm>
            <a:off x="0" y="0"/>
            <a:ext cx="12192000" cy="13716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RightPanel"/>
          <p:cNvSpPr/>
          <p:nvPr/>
        </p:nvSpPr>
        <p:spPr>
          <a:xfrm>
            <a:off x="12192000" y="0"/>
            <a:ext cx="12192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28600"/>
            <a:ext cx="23469600" cy="1143000"/>
          </a:xfrm>
        </p:spPr>
        <p:txBody>
          <a:bodyPr anchor="ctr"/>
          <a:lstStyle/>
          <a:p>
            <a:r>
              <a:rPr lang="en-US" sz="4400" b="0" dirty="0">
                <a:latin typeface="IBM Plex Sans Light"/>
              </a:rPr>
              <a:t>Carbon GenAI Demos — from demo to Marketplace recipe</a:t>
            </a:r>
          </a:p>
        </p:txBody>
      </p:sp>
      <p:sp>
        <p:nvSpPr>
          <p:cNvPr id="3" name="LeftHeading"/>
          <p:cNvSpPr/>
          <p:nvPr/>
        </p:nvSpPr>
        <p:spPr>
          <a:xfrm>
            <a:off x="457200" y="2209798"/>
            <a:ext cx="11277600" cy="685800"/>
          </a:xfrm>
          <a:prstGeom prst="rect">
            <a:avLst/>
          </a:prstGeom>
          <a:noFill/>
        </p:spPr>
        <p:txBody>
          <a:bodyPr anchor="b"/>
          <a:lstStyle/>
          <a:p>
            <a:r>
              <a:rPr lang="en-US" sz="3600" b="0" dirty="0">
                <a:solidFill>
                  <a:srgbClr val="0F62FE"/>
                </a:solidFill>
                <a:latin typeface="IBM Plex Sans Light"/>
              </a:rPr>
              <a:t>What we already have</a:t>
            </a:r>
          </a:p>
        </p:txBody>
      </p:sp>
      <p:sp>
        <p:nvSpPr>
          <p:cNvPr id="11" name="LeftRule"/>
          <p:cNvSpPr/>
          <p:nvPr/>
        </p:nvSpPr>
        <p:spPr>
          <a:xfrm>
            <a:off x="457200" y="2895598"/>
            <a:ext cx="11277600" cy="381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LeftBullets"/>
          <p:cNvSpPr/>
          <p:nvPr/>
        </p:nvSpPr>
        <p:spPr>
          <a:xfrm>
            <a:off x="457200" y="3009898"/>
            <a:ext cx="11277600" cy="9789461"/>
          </a:xfrm>
          <a:prstGeom prst="rect">
            <a:avLst/>
          </a:prstGeom>
          <a:noFill/>
        </p:spPr>
        <p:txBody>
          <a:bodyPr anchor="t"/>
          <a:lstStyle/>
          <a:p>
            <a:pPr marL="400050" indent="-400050">
              <a:spcBef>
                <a:spcPts val="0"/>
              </a:spcBef>
              <a:spcAft>
                <a:spcPts val="2400"/>
              </a:spcAft>
              <a:buFont typeface="IBM Plex Sans Light"/>
              <a:buChar char="−"/>
            </a:pPr>
            <a:r>
              <a:rPr lang="en-US" sz="3000" b="0" dirty="0">
                <a:latin typeface="IBM Plex Sans Light"/>
              </a:rPr>
              <a:t>Complete Carbon React + Node.js web app, running today</a:t>
            </a:r>
          </a:p>
          <a:p>
            <a:pPr marL="400050" indent="-400050">
              <a:spcBef>
                <a:spcPts val="0"/>
              </a:spcBef>
              <a:spcAft>
                <a:spcPts val="2400"/>
              </a:spcAft>
              <a:buFont typeface="IBM Plex Sans Light"/>
              <a:buChar char="−"/>
            </a:pPr>
            <a:r>
              <a:rPr lang="en-US" sz="3000" b="0" dirty="0">
                <a:latin typeface="IBM Plex Sans Light"/>
              </a:rPr>
              <a:t>IBM Granite 4.0 Micro on IBM Power via llama.cpp — no cloud required</a:t>
            </a:r>
          </a:p>
          <a:p>
            <a:pPr marL="400050" indent="-400050">
              <a:spcBef>
                <a:spcPts val="0"/>
              </a:spcBef>
              <a:spcAft>
                <a:spcPts val="2400"/>
              </a:spcAft>
              <a:buFont typeface="IBM Plex Sans Light"/>
              <a:buChar char="−"/>
            </a:pPr>
            <a:r>
              <a:rPr lang="en-US" sz="3000" b="0" dirty="0">
                <a:latin typeface="IBM Plex Sans Light"/>
              </a:rPr>
              <a:t>9 live AI demos — entity extraction, PII redaction, RFP, multilingual IT Ops, and more</a:t>
            </a:r>
          </a:p>
          <a:p>
            <a:pPr marL="400050" indent="-400050">
              <a:spcBef>
                <a:spcPts val="0"/>
              </a:spcBef>
              <a:spcAft>
                <a:spcPts val="2400"/>
              </a:spcAft>
              <a:buFont typeface="IBM Plex Sans Light"/>
              <a:buChar char="−"/>
            </a:pPr>
            <a:r>
              <a:rPr lang="en-US" sz="3000" b="0" dirty="0">
                <a:latin typeface="IBM Plex Sans Light"/>
              </a:rPr>
              <a:t>One-command deploy — fully automated on RHEL 9 / IBM Power</a:t>
            </a:r>
          </a:p>
          <a:p>
            <a:pPr marL="400050" indent="-400050">
              <a:spcBef>
                <a:spcPts val="0"/>
              </a:spcBef>
              <a:spcAft>
                <a:spcPts val="2400"/>
              </a:spcAft>
              <a:buFont typeface="IBM Plex Sans Light"/>
              <a:buChar char="−"/>
            </a:pPr>
            <a:r>
              <a:rPr lang="en-US" sz="3000" b="0" dirty="0">
                <a:latin typeface="IBM Plex Sans Light"/>
              </a:rPr>
              <a:t>OpenAI-compatible API — LLM backend swappable via a single env var</a:t>
            </a:r>
          </a:p>
          <a:p>
            <a:pPr marL="400050" indent="-400050">
              <a:spcBef>
                <a:spcPts val="0"/>
              </a:spcBef>
              <a:spcAft>
                <a:spcPts val="2400"/>
              </a:spcAft>
              <a:buFont typeface="IBM Plex Sans Light"/>
              <a:buChar char="−"/>
            </a:pPr>
            <a:r>
              <a:rPr lang="en-US" sz="3000" b="0" dirty="0">
                <a:latin typeface="IBM Plex Sans Light"/>
              </a:rPr>
              <a:t>Public GitHub repo — built with Bob, shared across EMEA Power Squad</a:t>
            </a:r>
          </a:p>
        </p:txBody>
      </p:sp>
      <p:sp>
        <p:nvSpPr>
          <p:cNvPr id="5" name="RightHeading"/>
          <p:cNvSpPr/>
          <p:nvPr/>
        </p:nvSpPr>
        <p:spPr>
          <a:xfrm>
            <a:off x="12649200" y="2209798"/>
            <a:ext cx="11277600" cy="685800"/>
          </a:xfrm>
          <a:prstGeom prst="rect">
            <a:avLst/>
          </a:prstGeom>
          <a:noFill/>
        </p:spPr>
        <p:txBody>
          <a:bodyPr anchor="b"/>
          <a:lstStyle/>
          <a:p>
            <a:r>
              <a:rPr lang="en-US" sz="3600" b="0" dirty="0">
                <a:solidFill>
                  <a:srgbClr val="0F62FE"/>
                </a:solidFill>
                <a:latin typeface="IBM Plex Sans Light"/>
              </a:rPr>
              <a:t>What a recipe is, why we are not there yet, and what we will do</a:t>
            </a:r>
          </a:p>
        </p:txBody>
      </p:sp>
      <p:sp>
        <p:nvSpPr>
          <p:cNvPr id="12" name="RightRule"/>
          <p:cNvSpPr/>
          <p:nvPr/>
        </p:nvSpPr>
        <p:spPr>
          <a:xfrm>
            <a:off x="12649200" y="2895598"/>
            <a:ext cx="11277600" cy="381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RightContent"/>
          <p:cNvSpPr/>
          <p:nvPr/>
        </p:nvSpPr>
        <p:spPr>
          <a:xfrm>
            <a:off x="12649200" y="3009898"/>
            <a:ext cx="11277600" cy="9789461"/>
          </a:xfrm>
          <a:prstGeom prst="rect">
            <a:avLst/>
          </a:prstGeom>
          <a:noFill/>
        </p:spPr>
        <p:txBody>
          <a:bodyPr anchor="t"/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lang="en-US" b="1" dirty="0">
                <a:solidFill>
                  <a:srgbClr val="6F6F6F"/>
                </a:solidFill>
                <a:latin typeface="IBM Plex Sans Light"/>
              </a:rPr>
              <a:t>What a recipe is</a:t>
            </a:r>
          </a:p>
          <a:p>
            <a:pPr marL="400050" indent="-400050">
              <a:spcBef>
                <a:spcPts val="0"/>
              </a:spcBef>
              <a:spcAft>
                <a:spcPts val="2400"/>
              </a:spcAft>
              <a:buNone/>
            </a:pPr>
            <a:r>
              <a:rPr lang="en-US" sz="3000" b="0" dirty="0">
                <a:latin typeface="IBM Plex Sans Light"/>
              </a:rPr>
              <a:t>A complete, installable demo app in the CE Bob Marketplace — any IBM seller deploys it in one click via Bob, with no build steps required</a:t>
            </a:r>
          </a:p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lang="en-US" b="1" dirty="0">
                <a:solidFill>
                  <a:srgbClr val="6F6F6F"/>
                </a:solidFill>
                <a:latin typeface="IBM Plex Sans Light"/>
              </a:rPr>
              <a:t>Why we are not there yet</a:t>
            </a:r>
          </a:p>
          <a:p>
            <a:pPr marL="400050" indent="-400050">
              <a:spcBef>
                <a:spcPts val="0"/>
              </a:spcBef>
              <a:spcAft>
                <a:spcPts val="2400"/>
              </a:spcAft>
              <a:buNone/>
            </a:pPr>
            <a:r>
              <a:rPr lang="en-US" sz="3000" b="0" dirty="0">
                <a:latin typeface="IBM Plex Sans Light"/>
              </a:rPr>
              <a:t>Standalone repo, no RECIPE.md, assumes IBM Power + llama.cpp — no Power-native recipes exist in the Marketplace today</a:t>
            </a:r>
          </a:p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lang="en-US" b="1" dirty="0">
                <a:solidFill>
                  <a:srgbClr val="6F6F6F"/>
                </a:solidFill>
                <a:latin typeface="IBM Plex Sans Light"/>
              </a:rPr>
              <a:t>What we will do</a:t>
            </a:r>
          </a:p>
          <a:p>
            <a:pPr marL="400050" indent="-400050">
              <a:spcBef>
                <a:spcPts val="0"/>
              </a:spcBef>
              <a:spcAft>
                <a:spcPts val="1600"/>
              </a:spcAft>
              <a:buFont typeface="IBM Plex Sans Light"/>
              <a:buChar char="−"/>
            </a:pPr>
            <a:r>
              <a:rPr lang="en-US" sz="3000" b="0" dirty="0">
                <a:latin typeface="IBM Plex Sans Light"/>
              </a:rPr>
              <a:t>Add RECIPE.md — title, description, stack, prerequisites</a:t>
            </a:r>
          </a:p>
          <a:p>
            <a:pPr marL="400050" indent="-400050">
              <a:spcBef>
                <a:spcPts val="0"/>
              </a:spcBef>
              <a:spcAft>
                <a:spcPts val="1600"/>
              </a:spcAft>
              <a:buFont typeface="IBM Plex Sans Light"/>
              <a:buChar char="−"/>
            </a:pPr>
            <a:r>
              <a:rPr lang="en-US" sz="3000" b="0" dirty="0">
                <a:latin typeface="IBM Plex Sans Light"/>
              </a:rPr>
              <a:t>One env var to select IBM Power or watsonx.ai as the LLM backend</a:t>
            </a:r>
          </a:p>
          <a:p>
            <a:pPr marL="400050" indent="-400050">
              <a:spcBef>
                <a:spcPts val="0"/>
              </a:spcBef>
              <a:spcAft>
                <a:spcPts val="1600"/>
              </a:spcAft>
              <a:buFont typeface="IBM Plex Sans Light"/>
              <a:buChar char="−"/>
            </a:pPr>
            <a:r>
              <a:rPr lang="en-US" sz="3000" b="0" dirty="0">
                <a:latin typeface="IBM Plex Sans Light"/>
              </a:rPr>
              <a:t>Contribute to CE Bob GitHub — the first IBM Power-native recipe in the catalogue</a:t>
            </a:r>
          </a:p>
        </p:txBody>
      </p:sp>
      <p:sp>
        <p:nvSpPr>
          <p:cNvPr id="7" name="Footer"/>
          <p:cNvSpPr>
            <a:spLocks noGrp="1"/>
          </p:cNvSpPr>
          <p:nvPr>
            <p:ph type="ftr" sz="quarter" idx="11"/>
          </p:nvPr>
        </p:nvSpPr>
        <p:spPr>
          <a:xfrm>
            <a:off x="457200" y="13144200"/>
            <a:ext cx="11277600" cy="457200"/>
          </a:xfrm>
        </p:spPr>
        <p:txBody>
          <a:bodyPr/>
          <a:lstStyle/>
          <a:p>
            <a:r>
              <a:rPr lang="en-US" sz="1200" b="0" dirty="0">
                <a:latin typeface="IBM Plex Sans Light"/>
              </a:rPr>
              <a:t>Carbon GenAI Demos | IBM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BM presentation template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5F6FF"/>
        </a:solidFill>
        <a:ln w="19050">
          <a:solidFill>
            <a:srgbClr val="E5F6FF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1730368918050" id="{31DF0289-1028-6943-A020-36845773A867}" vid="{420903E5-FF27-9C4D-AB14-78ABBED49DF3}"/>
    </a:ext>
  </a:extLst>
</a:theme>
</file>

<file path=ppt/theme/theme2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ppt/theme/theme3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IBM presentation template</Template>
  <TotalTime>8</TotalTime>
  <Words>240</Words>
  <Application>Microsoft Office PowerPoint</Application>
  <PresentationFormat>Custom</PresentationFormat>
  <Paragraphs>20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IBM Plex Sans Light</vt:lpstr>
      <vt:lpstr>IBM Plex Sans</vt:lpstr>
      <vt:lpstr>IBM Plex Sans ExtLt</vt:lpstr>
      <vt:lpstr>IBM presentation template</vt:lpstr>
      <vt:lpstr>Carbon GenAI Demos — from demo to Marketplace recipe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Diana Stanciulescu</dc:creator>
  <cp:keywords/>
  <dc:description/>
  <cp:lastModifiedBy>David Spurway</cp:lastModifiedBy>
  <cp:revision>4</cp:revision>
  <cp:lastPrinted>2019-04-25T15:14:05Z</cp:lastPrinted>
  <dcterms:created xsi:type="dcterms:W3CDTF">2024-10-31T11:02:10Z</dcterms:created>
  <dcterms:modified xsi:type="dcterms:W3CDTF">2026-07-07T13:15:29Z</dcterms:modified>
  <cp:category/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2" name="MSIP_Label_4470bcdf-e424-40e3-9ceb-40cf94994388_Enabled">
    <vt:lpwstr>True</vt:lpwstr>
  </property>
  <property fmtid="{D5CDD505-2E9C-101B-9397-08002B2CF9AE}" pid="3" name="MSIP_Label_4470bcdf-e424-40e3-9ceb-40cf94994388_SiteId">
    <vt:lpwstr>fcf67057-50c9-4ad4-98f3-ffca64add9e9</vt:lpwstr>
  </property>
  <property fmtid="{D5CDD505-2E9C-101B-9397-08002B2CF9AE}" pid="4" name="MSIP_Label_4470bcdf-e424-40e3-9ceb-40cf94994388_SetDate">
    <vt:lpwstr>2026-07-20T10:28:31Z</vt:lpwstr>
  </property>
  <property fmtid="{D5CDD505-2E9C-101B-9397-08002B2CF9AE}" pid="5" name="MSIP_Label_4470bcdf-e424-40e3-9ceb-40cf94994388_Name">
    <vt:lpwstr>IBM Confidential</vt:lpwstr>
  </property>
  <property fmtid="{D5CDD505-2E9C-101B-9397-08002B2CF9AE}" pid="6" name="MSIP_Label_4470bcdf-e424-40e3-9ceb-40cf94994388_ActionId">
    <vt:lpwstr>62a3c15e-0afb-4cd9-a5e5-19c16c890bae</vt:lpwstr>
  </property>
  <property fmtid="{D5CDD505-2E9C-101B-9397-08002B2CF9AE}" pid="7" name="MSIP_Label_4470bcdf-e424-40e3-9ceb-40cf94994388_Removed">
    <vt:lpwstr>False</vt:lpwstr>
  </property>
  <property fmtid="{D5CDD505-2E9C-101B-9397-08002B2CF9AE}" pid="8" name="MSIP_Label_4470bcdf-e424-40e3-9ceb-40cf94994388_Extended_MSFT_Method">
    <vt:lpwstr>Standard</vt:lpwstr>
  </property>
  <property fmtid="{D5CDD505-2E9C-101B-9397-08002B2CF9AE}" pid="9" name="Sensitivity">
    <vt:lpwstr>IBM Confidential</vt:lpwstr>
  </property>
</Properties>
</file>